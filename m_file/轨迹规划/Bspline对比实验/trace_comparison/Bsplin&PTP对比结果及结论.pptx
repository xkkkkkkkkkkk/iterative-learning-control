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C9D7F3-B4BF-4E7C-8CB9-D217F0579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CC7735-FC68-48C5-91DE-628D5EEF2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DD2DA1-5F91-463F-9B32-1949E104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74939-5454-4A14-8B39-6E17851A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2FA507-D4A6-4B4B-95C7-16E7FBFE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15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4985A3-7B32-4B2F-BEAB-1C81CDAB9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A619EF-E9EC-4BB0-B2A5-14B823FC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F95BCB-2BF3-4FFD-855E-D08E5BFDC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D4125-2075-4EB0-9565-5AD611F7D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86F658-201F-4E9F-B153-45913BD8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65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59761-5EF6-48C3-86ED-9912FE839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0DD135-92A0-40B0-AB2A-EA50DF312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B294D-A8DE-44E7-A66D-3FC2390D7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D1AB11-4B2A-4AE2-A2E6-4C16063C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5635A2-1264-444F-8BC0-AE0F5C79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7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A2286-1F00-49B1-A30D-C5A5E812A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3870E5-5903-4249-BFB6-AAB68AAF6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FCCCEC-9A52-4572-B2E8-1C90622A3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C4FE1-5C8C-4B10-BA3B-FDD97690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C37698-CB05-452F-A4A3-128CD751F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DDE603-3B0B-4ECB-8B60-7FA1E77A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63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E3EFA-CF47-4188-BD5E-7CF2316D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2D38D-96F0-461B-9779-158BB473D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300099-A0A7-4F2D-8832-3E89A40AC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2782A4-A026-4D26-BBE1-25D3A18D1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459E807-7B35-45B5-8F32-D2CEA9266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0B2C28-367C-4CA0-AFE8-A11F05043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6FC8648-54D3-43D6-8213-F4122C98D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85F4F6-2476-464B-86F1-E9837EFB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73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BE51C-4755-42EE-9704-A9E89D0C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76EDD0-005D-497A-ADCE-F31AA48CF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57899C-6F2D-4D3C-89AF-1E6E8768C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E96123-C8BA-4649-B2D7-1927C0E0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29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118EA8-E02E-4BDD-8A51-403B137F9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54D9CB7-7477-49B7-AB46-83A51EF4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EBF4E8-7ACF-4C65-BF32-9C2097264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87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9CED05-6901-4A98-9490-D17E7A3D9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11D799-3E54-4C5F-87CE-7E856E060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0C6764-1004-440F-A161-ED4F25E8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1DF14E-D4F5-487E-A13C-C90B835A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1F29B6-D370-4E64-9FBB-B0C28509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D5AB53-8F23-4F41-9D78-46AFC2FE6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385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9DDE8-F40F-4690-AF28-9181569D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44C219-6148-4FD0-932C-1207CD1C1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054A1E-320E-410B-8F40-446074959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FE44E1-AB72-4A2F-A4B3-0AD7EA3A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1DCA92-26E9-4743-8DD7-657CBAAB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1E158D-7062-49CB-8DD7-6B079321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35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A771C-8D8A-456A-BB3A-5797FC7D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3A8C85-7D02-4923-A37C-AE1E941170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D831B-E2D6-4055-9AFF-1508EEBC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3A068-818F-4B86-BCEB-92791191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F905F-51B7-4468-8045-3A56A869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80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908899-6C89-4863-B9A8-039915F11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7F8EEF-57DB-4879-93E2-E4733B5C3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B3FC5B-EFE5-43BF-BF5F-009498B55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2030D9-0E61-4FB4-8C10-A8B566BCA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30F77-3B7D-4952-A781-9C5265178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161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4C0640-96C0-4934-9472-33E95144F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C6D58A-6E2B-4D60-911B-4CEBD239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AFB3-1C54-4E06-AC99-5F35D7A41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C2E29-8F40-49C0-9BC9-04138055A106}" type="datetimeFigureOut">
              <a:rPr lang="zh-CN" altLang="en-US" smtClean="0"/>
              <a:t>2025/9/9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FBC35A-ECF4-4584-AE33-31F1B6C50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60888A-5159-4C4E-B59D-C3BA5E032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47FFC-F715-4327-BECC-5A798343F6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61DB56F-5FFB-4147-A0E8-F0D806D6D1C5}"/>
              </a:ext>
            </a:extLst>
          </p:cNvPr>
          <p:cNvSpPr txBox="1"/>
          <p:nvPr/>
        </p:nvSpPr>
        <p:spPr>
          <a:xfrm>
            <a:off x="2095500" y="742950"/>
            <a:ext cx="8001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结论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3200" dirty="0"/>
              <a:t>    </a:t>
            </a:r>
            <a:r>
              <a:rPr lang="en-US" altLang="zh-CN" sz="3200" dirty="0" err="1"/>
              <a:t>Krl</a:t>
            </a:r>
            <a:r>
              <a:rPr lang="zh-CN" altLang="en-US" sz="3200" dirty="0"/>
              <a:t>内的</a:t>
            </a:r>
            <a:r>
              <a:rPr lang="en-US" altLang="zh-CN" sz="3200" dirty="0"/>
              <a:t>spline</a:t>
            </a:r>
            <a:r>
              <a:rPr lang="zh-CN" altLang="en-US" sz="3200" dirty="0"/>
              <a:t>指令，在运行时间上有明显优势，位置跟踪上与微距线段指令无明显差异，速度以及力矩相对于微距线段指令有更明显的振动。</a:t>
            </a:r>
            <a:br>
              <a:rPr lang="zh-CN" altLang="en-US" sz="3200" dirty="0"/>
            </a:br>
            <a:r>
              <a:rPr lang="zh-CN" altLang="en-US" sz="3200" dirty="0"/>
              <a:t>    对于微距线段，交融程度越大，运行时间越长，但相对应的位置、速度、力矩上的振动更小，轨迹更加平滑</a:t>
            </a:r>
            <a:br>
              <a:rPr lang="zh-CN" altLang="en-US" sz="3200" dirty="0"/>
            </a:b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609E9D-B0E4-41CC-9CEE-47278D0F5415}"/>
              </a:ext>
            </a:extLst>
          </p:cNvPr>
          <p:cNvSpPr txBox="1"/>
          <p:nvPr/>
        </p:nvSpPr>
        <p:spPr>
          <a:xfrm>
            <a:off x="10096500" y="466725"/>
            <a:ext cx="17716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None</a:t>
            </a:r>
            <a:r>
              <a:rPr lang="zh-CN" altLang="en-US" sz="1400" dirty="0"/>
              <a:t>：无交融</a:t>
            </a:r>
            <a:endParaRPr lang="en-US" altLang="zh-CN" sz="1400" dirty="0"/>
          </a:p>
          <a:p>
            <a:r>
              <a:rPr lang="en-US" altLang="zh-CN" sz="1400" dirty="0"/>
              <a:t>Middle</a:t>
            </a:r>
            <a:r>
              <a:rPr lang="zh-CN" altLang="en-US" sz="1400" dirty="0"/>
              <a:t>：小交融</a:t>
            </a:r>
            <a:endParaRPr lang="en-US" altLang="zh-CN" sz="1400" dirty="0"/>
          </a:p>
          <a:p>
            <a:r>
              <a:rPr lang="en-US" altLang="zh-CN" sz="1400" dirty="0"/>
              <a:t>Large</a:t>
            </a:r>
            <a:r>
              <a:rPr lang="zh-CN" altLang="en-US" sz="1400" dirty="0"/>
              <a:t>：大交融</a:t>
            </a:r>
            <a:endParaRPr lang="en-US" altLang="zh-CN" sz="1400" dirty="0"/>
          </a:p>
          <a:p>
            <a:r>
              <a:rPr lang="en-US" altLang="zh-CN" sz="1400" dirty="0" err="1"/>
              <a:t>Bspline</a:t>
            </a:r>
            <a:r>
              <a:rPr lang="zh-CN" altLang="en-US" sz="1400" dirty="0"/>
              <a:t>：样条拟合</a:t>
            </a:r>
          </a:p>
        </p:txBody>
      </p:sp>
    </p:spTree>
    <p:extLst>
      <p:ext uri="{BB962C8B-B14F-4D97-AF65-F5344CB8AC3E}">
        <p14:creationId xmlns:p14="http://schemas.microsoft.com/office/powerpoint/2010/main" val="1620988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A9F86E-2F58-42EC-AA32-3DD292BF0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96" y="798840"/>
            <a:ext cx="10011607" cy="560254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89B06CE-B6B1-44F7-BB25-DED6C3BB38A8}"/>
              </a:ext>
            </a:extLst>
          </p:cNvPr>
          <p:cNvSpPr txBox="1"/>
          <p:nvPr/>
        </p:nvSpPr>
        <p:spPr>
          <a:xfrm>
            <a:off x="3095625" y="180975"/>
            <a:ext cx="603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位置误差对比</a:t>
            </a:r>
          </a:p>
        </p:txBody>
      </p:sp>
    </p:spTree>
    <p:extLst>
      <p:ext uri="{BB962C8B-B14F-4D97-AF65-F5344CB8AC3E}">
        <p14:creationId xmlns:p14="http://schemas.microsoft.com/office/powerpoint/2010/main" val="42982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9B06CE-B6B1-44F7-BB25-DED6C3BB38A8}"/>
              </a:ext>
            </a:extLst>
          </p:cNvPr>
          <p:cNvSpPr txBox="1"/>
          <p:nvPr/>
        </p:nvSpPr>
        <p:spPr>
          <a:xfrm>
            <a:off x="3095625" y="180975"/>
            <a:ext cx="603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理论位置与实际位置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894CB79-7864-4ABB-82BB-D23FE90DC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748965"/>
            <a:ext cx="10401300" cy="536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0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9B06CE-B6B1-44F7-BB25-DED6C3BB38A8}"/>
              </a:ext>
            </a:extLst>
          </p:cNvPr>
          <p:cNvSpPr txBox="1"/>
          <p:nvPr/>
        </p:nvSpPr>
        <p:spPr>
          <a:xfrm>
            <a:off x="3095625" y="180975"/>
            <a:ext cx="603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速度误差对比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74EED7-BFA9-442D-B176-62816F7A4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69841"/>
            <a:ext cx="10287000" cy="551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35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9B06CE-B6B1-44F7-BB25-DED6C3BB38A8}"/>
              </a:ext>
            </a:extLst>
          </p:cNvPr>
          <p:cNvSpPr txBox="1"/>
          <p:nvPr/>
        </p:nvSpPr>
        <p:spPr>
          <a:xfrm>
            <a:off x="3095625" y="180975"/>
            <a:ext cx="603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理论速度与实际速度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81E281-A35F-4191-B586-8EEB4B2CD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68" y="539672"/>
            <a:ext cx="10855663" cy="57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79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9B06CE-B6B1-44F7-BB25-DED6C3BB38A8}"/>
              </a:ext>
            </a:extLst>
          </p:cNvPr>
          <p:cNvSpPr txBox="1"/>
          <p:nvPr/>
        </p:nvSpPr>
        <p:spPr>
          <a:xfrm>
            <a:off x="3095625" y="180975"/>
            <a:ext cx="603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力矩误差对比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F6405F-BD27-4E2F-B10B-213CF5637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503077"/>
            <a:ext cx="10534650" cy="585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1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89B06CE-B6B1-44F7-BB25-DED6C3BB38A8}"/>
              </a:ext>
            </a:extLst>
          </p:cNvPr>
          <p:cNvSpPr txBox="1"/>
          <p:nvPr/>
        </p:nvSpPr>
        <p:spPr>
          <a:xfrm>
            <a:off x="3095625" y="180975"/>
            <a:ext cx="603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理论力矩与实际力矩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3AF78C-2721-40A4-AA22-5B73F36A0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28" y="493685"/>
            <a:ext cx="10911344" cy="58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4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111</Words>
  <Application>Microsoft Office PowerPoint</Application>
  <PresentationFormat>宽屏</PresentationFormat>
  <Paragraphs>13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MIDEA</dc:creator>
  <cp:lastModifiedBy>MIDEA</cp:lastModifiedBy>
  <cp:revision>2</cp:revision>
  <dcterms:created xsi:type="dcterms:W3CDTF">2025-09-09T07:55:13Z</dcterms:created>
  <dcterms:modified xsi:type="dcterms:W3CDTF">2025-09-09T08:07:37Z</dcterms:modified>
</cp:coreProperties>
</file>